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B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80360"/>
            <a:ext cx="12191695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StockFix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306324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Navigation Guide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37490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screen-by-screen walkthrough — including exactly where to click and every dropdown available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63093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Meridian Group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ENTRY POINT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Access</a:t>
            </a:r>
            <a:endParaRPr lang="en-US" sz="2600" dirty="0"/>
          </a:p>
        </p:txBody>
      </p:sp>
      <p:pic>
        <p:nvPicPr>
          <p:cNvPr id="5" name="Image 0" descr="/home/runner/workspace/screenshots/stockfix_guide/01_choose_acces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6583680" cy="5120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280160"/>
            <a:ext cx="6583680" cy="512064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0" y="13716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landing screen for StockFix. Every user starts here and picks the role that matches how they'll use the app.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0" y="23317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GET HERE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0" y="26700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26700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0" y="26334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StockFix app URL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0" y="31272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0" y="31272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680960" y="30906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"I'm a Rep / Merchandiser" for field task capture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0" y="35844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0" y="35844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680960" y="35478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"I'm a Manager" for oversight &amp; reporting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0" y="40416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0" y="40416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680960" y="40050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"I'm a Client" for the external client view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· REP LOGIN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Your Name (dropdown open)</a:t>
            </a:r>
            <a:endParaRPr lang="en-US" sz="2600" dirty="0"/>
          </a:p>
        </p:txBody>
      </p:sp>
      <p:pic>
        <p:nvPicPr>
          <p:cNvPr id="5" name="Image 0" descr="/home/runner/workspace/screenshots/stockfix_guide/12_select_rep_dropdown_ope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6583680" cy="5120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280160"/>
            <a:ext cx="6583680" cy="512064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0" y="13716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Tapping the "Select Rep" field opens a searchable dropdown of every rep name. This is the first dropdown a rep will use.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0" y="23317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GET HERE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0" y="26700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26700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0" y="26334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Choose Access, tap "I'm a Rep / Merchandiser"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0" y="31272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0" y="31272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680960" y="30906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"Select Rep" field to open this dropdown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0" y="35844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0" y="35844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680960" y="35478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to search, or scroll and tap your name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0" y="40416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0" y="40416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680960" y="40050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dropdown closes and your name is filled in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15200" y="459943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DROPDOWNS / FILTERS ON THIS SCREEN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315200" y="4937760"/>
            <a:ext cx="82296" cy="82296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23" name="Text 20"/>
          <p:cNvSpPr/>
          <p:nvPr/>
        </p:nvSpPr>
        <p:spPr>
          <a:xfrm>
            <a:off x="7516368" y="485546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3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Rep: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Searchable list of every rep name in the system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· REP LOGIN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Your Store</a:t>
            </a:r>
            <a:endParaRPr lang="en-US" sz="2600" dirty="0"/>
          </a:p>
        </p:txBody>
      </p:sp>
      <p:pic>
        <p:nvPicPr>
          <p:cNvPr id="5" name="Image 0" descr="/home/runner/workspace/screenshots/stockfix_guide/02_select_rep_sto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6583680" cy="5120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280160"/>
            <a:ext cx="6583680" cy="512064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0" y="13716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picking a name, a second dropdown appears for choosing the store to visit — plus two buttons for what to do next.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0" y="23317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GET HERE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0" y="26700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26700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0" y="26334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your name selected, the "Select Store" dropdown appears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0" y="31272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0" y="31272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680960" y="30906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it and choose the store you're visiting today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0" y="35844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0" y="35844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680960" y="35478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"START VISIT" to begin capturing tasks at that store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0" y="40416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0" y="40416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680960" y="40050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tap "My Dashboard" to see your own task progress instead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15200" y="459943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DROPDOWNS / FILTERS ON THIS SCREEN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315200" y="4937760"/>
            <a:ext cx="82296" cy="82296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23" name="Text 20"/>
          <p:cNvSpPr/>
          <p:nvPr/>
        </p:nvSpPr>
        <p:spPr>
          <a:xfrm>
            <a:off x="7516368" y="485546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3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Store: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Searchable list of stores assigned to the selected rep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MAIN HUB · WHERE TO SEE TASKS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StockFix Dashboard</a:t>
            </a:r>
            <a:endParaRPr lang="en-US" sz="2600" dirty="0"/>
          </a:p>
        </p:txBody>
      </p:sp>
      <p:pic>
        <p:nvPicPr>
          <p:cNvPr id="5" name="Image 0" descr="/home/runner/workspace/screenshots/stockfix_guide/03_dashboar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6583680" cy="5120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280160"/>
            <a:ext cx="6583680" cy="512064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0" y="13716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main hub. To see the full task list, tap the "Total Tasks", "Pending", or "Completed" card — each one opens the Tasks screen, optionally pre-filtered.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0" y="23317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GET HERE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0" y="26700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26700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0" y="26334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"Total Tasks" card to see ALL tasks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0" y="31272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0" y="31272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680960" y="30906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"Pending" to jump straight to open tasks only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0" y="35844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0" y="35844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680960" y="35478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"Completed" to see tasks already actioned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0" y="40416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0" y="40416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680960" y="40050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tap "Tasks" in the bottom nav bar at any time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15200" y="459943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DROPDOWNS / FILTERS ON THIS SCREEN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315200" y="4937760"/>
            <a:ext cx="82296" cy="82296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23" name="Text 20"/>
          <p:cNvSpPr/>
          <p:nvPr/>
        </p:nvSpPr>
        <p:spPr>
          <a:xfrm>
            <a:off x="7516368" y="485546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3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dashboard totals by region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315200" y="5321808"/>
            <a:ext cx="82296" cy="82296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25" name="Text 22"/>
          <p:cNvSpPr/>
          <p:nvPr/>
        </p:nvSpPr>
        <p:spPr>
          <a:xfrm>
            <a:off x="7516368" y="52395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3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dashboard totals by client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315200" y="5705856"/>
            <a:ext cx="82296" cy="82296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27" name="Text 24"/>
          <p:cNvSpPr/>
          <p:nvPr/>
        </p:nvSpPr>
        <p:spPr>
          <a:xfrm>
            <a:off x="7516368" y="56235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3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 straight into a specific store's summary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4B · QUICK FILTERS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— Region Dropdown Open</a:t>
            </a:r>
            <a:endParaRPr lang="en-US" sz="2600" dirty="0"/>
          </a:p>
        </p:txBody>
      </p:sp>
      <p:pic>
        <p:nvPicPr>
          <p:cNvPr id="5" name="Image 0" descr="/home/runner/workspace/screenshots/stockfix_guide/13_dashboard_region_dropdow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6583680" cy="5120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280160"/>
            <a:ext cx="6583680" cy="512064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0" y="13716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Quick Filters section has three dropdowns side by side. Here the Region dropdown is open, showing the list of available regions plus "All Regions".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0" y="23317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GET HERE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0" y="26700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26700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0" y="26334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Dashboard, find the "Quick Filters" card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0" y="31272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0" y="31272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680960" y="30906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"Region" dropdown to filter by area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0" y="35844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0" y="35844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680960" y="35478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"Client" to filter by client instead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0" y="40416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0" y="40416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680960" y="40050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"Select Store" to jump directly into one store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15200" y="459943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DROPDOWNS / FILTERS ON THIS SCREEN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315200" y="4937760"/>
            <a:ext cx="82296" cy="82296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23" name="Text 20"/>
          <p:cNvSpPr/>
          <p:nvPr/>
        </p:nvSpPr>
        <p:spPr>
          <a:xfrm>
            <a:off x="7516368" y="485546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3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Currently open — shows "All Regions" plus each region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315200" y="5321808"/>
            <a:ext cx="82296" cy="82296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25" name="Text 22"/>
          <p:cNvSpPr/>
          <p:nvPr/>
        </p:nvSpPr>
        <p:spPr>
          <a:xfrm>
            <a:off x="7516368" y="52395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3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KPIs and charts to one client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315200" y="5705856"/>
            <a:ext cx="82296" cy="82296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27" name="Text 24"/>
          <p:cNvSpPr/>
          <p:nvPr/>
        </p:nvSpPr>
        <p:spPr>
          <a:xfrm>
            <a:off x="7516368" y="56235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3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Navigates straight to that store's summary page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· TASK LIST — WHERE REPS 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Screen</a:t>
            </a:r>
            <a:endParaRPr lang="en-US" sz="2600" dirty="0"/>
          </a:p>
        </p:txBody>
      </p:sp>
      <p:pic>
        <p:nvPicPr>
          <p:cNvPr id="5" name="Image 0" descr="/home/runner/workspace/screenshots/stockfix_guide/11_tasks_lis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6583680" cy="5120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280160"/>
            <a:ext cx="6583680" cy="512064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0" y="13716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where a rep actually sees and works their tasks — grouped by action type (e.g. "Urgent: Place Order"), with search and Pending/Completed tabs.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0" y="23317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GET HERE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0" y="26700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26700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0" y="26334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Reached by tapping any KPI card, or the "Tasks" icon in the bottom nav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0" y="31272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0" y="31272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680960" y="30906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search bar to find a task by article, barcode, or client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0" y="35844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0" y="35844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680960" y="35478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between "Pending" and "Completed" tabs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0" y="40416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0" y="40416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680960" y="40050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any task card to open it and capture feedback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15200" y="459943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DROPDOWNS / FILTERS ON THIS SCREEN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315200" y="4937760"/>
            <a:ext cx="82296" cy="82296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23" name="Text 20"/>
          <p:cNvSpPr/>
          <p:nvPr/>
        </p:nvSpPr>
        <p:spPr>
          <a:xfrm>
            <a:off x="7516368" y="485546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3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/ Completed: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toggle, not a dropdown — switches which tasks are listed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315200" y="5321808"/>
            <a:ext cx="82296" cy="82296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25" name="Text 22"/>
          <p:cNvSpPr/>
          <p:nvPr/>
        </p:nvSpPr>
        <p:spPr>
          <a:xfrm>
            <a:off x="7516368" y="52395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3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Free-text search across article, barcode and client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· TASK DETAIL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Feedback</a:t>
            </a:r>
            <a:endParaRPr lang="en-US" sz="2600" dirty="0"/>
          </a:p>
        </p:txBody>
      </p:sp>
      <p:pic>
        <p:nvPicPr>
          <p:cNvPr id="5" name="Image 0" descr="/home/runner/workspace/screenshots/stockfix_guide/04_task_detai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6583680" cy="5120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280160"/>
            <a:ext cx="6583680" cy="512064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0" y="13716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a task shows stock metrics (SOH, DC stock, sell-out, WFC) with trend charts, plus the action capture form the rep fills in.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0" y="23317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GET HERE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0" y="26700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26700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0" y="26334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Tasks screen, tap any task card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0" y="31272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0" y="31272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680960" y="30906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SOH, DC SOH, Sell Out and WFC figures and trends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0" y="35844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0" y="35844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680960" y="35478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Physical Count and confirm if stock was adjusted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0" y="40416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0" y="40416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680960" y="40050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Reason Code and Action Taken dropdowns (next slides)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6B · TASK FEEDBACK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Code Dropdown Open</a:t>
            </a:r>
            <a:endParaRPr lang="en-US" sz="2600" dirty="0"/>
          </a:p>
        </p:txBody>
      </p:sp>
      <p:pic>
        <p:nvPicPr>
          <p:cNvPr id="5" name="Image 0" descr="/home/runner/workspace/screenshots/stockfix_guide/14_task_reason_code_dropdow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6583680" cy="5120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280160"/>
            <a:ext cx="6583680" cy="512064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0" y="13716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task requires a Reason Code before it can be submitted. This dropdown lists the standard reasons for the stock issue.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0" y="23317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GET HERE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0" y="26700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26700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0" y="26334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Task Feedback screen, tap "Reason Code"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0" y="31272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0" y="31272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680960" y="30906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 or tap to pick the reason that matches the issue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0" y="368503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DROPDOWNS / FILTERS ON THIS SCREEN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315200" y="4023360"/>
            <a:ext cx="82296" cy="82296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17" name="Text 14"/>
          <p:cNvSpPr/>
          <p:nvPr/>
        </p:nvSpPr>
        <p:spPr>
          <a:xfrm>
            <a:off x="7516368" y="394106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3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Code: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Awaiting delivery, No stock available, Store out of stock, Stock in backroom, Shelf space issue, Slow-moving, Damaged/expired, Not ranged, Store operational issue, System/data issue, Promo not set up, Other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6C · TASK FEEDBACK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Taken Dropdown Open</a:t>
            </a:r>
            <a:endParaRPr lang="en-US" sz="2600" dirty="0"/>
          </a:p>
        </p:txBody>
      </p:sp>
      <p:pic>
        <p:nvPicPr>
          <p:cNvPr id="5" name="Image 0" descr="/home/runner/workspace/screenshots/stockfix_guide/15_task_action_taken_dropdow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6583680" cy="5120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280160"/>
            <a:ext cx="6583680" cy="512064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0" y="13716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Reason Code, the rep must also select the Action Taken — what they actually did to resolve or escalate the issue.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0" y="23317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GET HERE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0" y="26700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26700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0" y="26334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Task Feedback screen, tap "Action Taken"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0" y="31272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0" y="31272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680960" y="30906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action that matches what was done in-store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0" y="35844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0" y="35844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680960" y="35478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any free-text Feedback notes below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0" y="40416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0" y="40416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680960" y="40050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 down and tap Submit to save the task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15200" y="459943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DROPDOWNS / FILTERS ON THIS SCREEN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315200" y="4937760"/>
            <a:ext cx="82296" cy="82296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23" name="Text 20"/>
          <p:cNvSpPr/>
          <p:nvPr/>
        </p:nvSpPr>
        <p:spPr>
          <a:xfrm>
            <a:off x="7516368" y="485546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3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Taken: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placed, Escalated to supervisor, Logged query with DC, Stock moved to shelf, Shelf/planogram discussed, System stock corrected, Promo/display completed, Follow-up required, Unable to action, No action required, Other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 · STORE 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Summary</a:t>
            </a:r>
            <a:endParaRPr lang="en-US" sz="2600" dirty="0"/>
          </a:p>
        </p:txBody>
      </p:sp>
      <p:pic>
        <p:nvPicPr>
          <p:cNvPr id="5" name="Image 0" descr="/home/runner/workspace/screenshots/stockfix_guide/05_store_summa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6583680" cy="5120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280160"/>
            <a:ext cx="6583680" cy="512064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0" y="13716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store-level rollup showing total/pending/done task counts, SOH and sales stats, SKUs out of stock, and quick filter chips for urgent/OOS tasks.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0" y="23317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GET HERE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0" y="26700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26700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0" y="26334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a store name/tile from the Dashboard, or the Store dropdown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0" y="31272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0" y="31272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680960" y="30906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store-level totals and stock health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0" y="35844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0" y="35844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680960" y="35478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"Urgent Only" or "OOS Only" to filter that store's tasks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0" y="40416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0" y="40416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680960" y="40050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 down and tap any task to open it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15200" y="459943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DROPDOWNS / FILTERS ON THIS SCREEN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315200" y="4937760"/>
            <a:ext cx="82296" cy="82296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23" name="Text 20"/>
          <p:cNvSpPr/>
          <p:nvPr/>
        </p:nvSpPr>
        <p:spPr>
          <a:xfrm>
            <a:off x="7516368" y="485546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3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 Only / OOS Only: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filter chips — narrow the store's task list by severity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8 · MANAGER TOOLS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Data</a:t>
            </a:r>
            <a:endParaRPr lang="en-US" sz="2600" dirty="0"/>
          </a:p>
        </p:txBody>
      </p:sp>
      <p:pic>
        <p:nvPicPr>
          <p:cNvPr id="5" name="Image 0" descr="/home/runner/workspace/screenshots/stockfix_guide/06_import_dat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6583680" cy="5120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280160"/>
            <a:ext cx="6583680" cy="512064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0" y="13716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Managers bulk-load the day's or week's task list by uploading an Excel or CSV file with the expected column headers.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0" y="23317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GET HERE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0" y="26700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26700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0" y="26334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Dashboard, tap "Import" (managers only)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0" y="31272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0" y="31272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680960" y="30906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spreadsheet file (.xlsx or .csv)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0" y="35844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0" y="35844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680960" y="35478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Optionally tick "Full Refresh" to clear old tasks first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0" y="40416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0" y="40416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680960" y="40050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column headers match, then upload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9 · CLIENT ACCESS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Visit Setup</a:t>
            </a:r>
            <a:endParaRPr lang="en-US" sz="2600" dirty="0"/>
          </a:p>
        </p:txBody>
      </p:sp>
      <p:pic>
        <p:nvPicPr>
          <p:cNvPr id="5" name="Image 0" descr="/home/runner/workspace/screenshots/stockfix_guide/07_select_clien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6583680" cy="5120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280160"/>
            <a:ext cx="6583680" cy="512064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0" y="13716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clients select their company and store to start a locked-down visit view scoped to just their own data.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0" y="23317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GET HERE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0" y="26700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26700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0" y="26334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Choose Access, tap "I'm a Client"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0" y="31272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0" y="31272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680960" y="30906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your company from the Client dropdown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0" y="35844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0" y="35844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680960" y="35478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your store from the Store dropdown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0" y="40416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0" y="40416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680960" y="40050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"Start Visit" to view your store's task data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15200" y="459943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DROPDOWNS / FILTERS ON THIS SCREEN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315200" y="4937760"/>
            <a:ext cx="82296" cy="82296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23" name="Text 20"/>
          <p:cNvSpPr/>
          <p:nvPr/>
        </p:nvSpPr>
        <p:spPr>
          <a:xfrm>
            <a:off x="7516368" y="485546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3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Client: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of client companies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315200" y="5321808"/>
            <a:ext cx="82296" cy="82296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25" name="Text 22"/>
          <p:cNvSpPr/>
          <p:nvPr/>
        </p:nvSpPr>
        <p:spPr>
          <a:xfrm>
            <a:off x="7516368" y="52395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3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Store: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Enabled only after a client is chosen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10 · REP SELF-TRACKING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Task Progress</a:t>
            </a:r>
            <a:endParaRPr lang="en-US" sz="2600" dirty="0"/>
          </a:p>
        </p:txBody>
      </p:sp>
      <p:pic>
        <p:nvPicPr>
          <p:cNvPr id="5" name="Image 0" descr="/home/runner/workspace/screenshots/stockfix_guide/08_rep_progres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6583680" cy="5120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280160"/>
            <a:ext cx="6583680" cy="512064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0" y="13716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Reps can check their own completion stats — priority tasks open vs done, and a searchable list of open/completed tasks.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0" y="23317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GET HERE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0" y="26700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26700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0" y="26334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Select Rep/Store, tap "My Dashboard"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0" y="31272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0" y="31272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680960" y="30906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Priority Open / Done / Rate cards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0" y="35844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0" y="35844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680960" y="35478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between "Open" and "Completed" tabs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0" y="40416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0" y="40416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680960" y="40050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tasks by name to find a specific one quickly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11 · MANAGER REPORTING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Leaderboard</a:t>
            </a:r>
            <a:endParaRPr lang="en-US" sz="2600" dirty="0"/>
          </a:p>
        </p:txBody>
      </p:sp>
      <p:pic>
        <p:nvPicPr>
          <p:cNvPr id="5" name="Image 0" descr="/home/runner/workspace/screenshots/stockfix_guide/09_admin_leaderboar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6583680" cy="5120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280160"/>
            <a:ext cx="6583680" cy="512064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0" y="13716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performance leaderboard for managers: top regions, top managers, top reps, completion by action type, badges, and streaks — filterable by client and time period.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0" y="23317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GET HERE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0" y="26700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26700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0" y="26334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 as a Manager, then open "Leaderboard"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0" y="31272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0" y="31272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680960" y="30906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Client and time period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0" y="35844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0" y="35844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680960" y="35478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Top Reps, Top Managers, and Top Regions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0" y="40416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0" y="40416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680960" y="40050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Rep Badges and Top Streaks for recognition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15200" y="459943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DROPDOWNS / FILTERS ON THIS SCREEN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315200" y="4937760"/>
            <a:ext cx="82296" cy="82296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23" name="Text 20"/>
          <p:cNvSpPr/>
          <p:nvPr/>
        </p:nvSpPr>
        <p:spPr>
          <a:xfrm>
            <a:off x="7516368" y="485546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3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Clients: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the whole leaderboard by client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315200" y="5321808"/>
            <a:ext cx="82296" cy="82296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25" name="Text 22"/>
          <p:cNvSpPr/>
          <p:nvPr/>
        </p:nvSpPr>
        <p:spPr>
          <a:xfrm>
            <a:off x="7516368" y="52395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3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Week / etc.: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reporting time window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· EXECUTIVE 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Merchandiser Pilot Dashboard</a:t>
            </a:r>
            <a:endParaRPr lang="en-US" sz="2600" dirty="0"/>
          </a:p>
        </p:txBody>
      </p:sp>
      <p:pic>
        <p:nvPicPr>
          <p:cNvPr id="5" name="Image 0" descr="/home/runner/workspace/screenshots/stockfix_guide/10_merchandiser_pilo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6583680" cy="5120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280160"/>
            <a:ext cx="6583680" cy="512064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0" y="13716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branded, dark-themed executive dashboard tracking the Shoprite &amp; Checkers merchandiser pilot: capture rate, coverage, and store performance across 1,023 field reps.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0" y="23317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GET HERE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0" y="26700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26700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0" y="26334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to the /merchandiser-pilot URL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0" y="31272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0" y="31272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680960" y="30906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filter bar to narrow by manager, region, store, banner, merchandiser or week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0" y="35844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0" y="35844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680960" y="35478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KPI cards: Active Merchandisers, Tasks Logged, Capture Rate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0" y="404164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0" y="40416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680960" y="40050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 to Store Performance for detailed drill-down and CSV export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15200" y="459943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DROPDOWNS / FILTERS ON THIS SCREEN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315200" y="4937760"/>
            <a:ext cx="82296" cy="82296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23" name="Text 20"/>
          <p:cNvSpPr/>
          <p:nvPr/>
        </p:nvSpPr>
        <p:spPr>
          <a:xfrm>
            <a:off x="7516368" y="485546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3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Manager / Region / Store / Banner / Merchandiser / Week: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independent filters across the top of the dashboard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StockFix App Navigation Guide</dc:title>
  <dc:subject>PptxGenJS Presentation</dc:subject>
  <dc:creator>Meridian Group</dc:creator>
  <cp:lastModifiedBy>Meridian Group</cp:lastModifiedBy>
  <cp:revision>1</cp:revision>
  <dcterms:created xsi:type="dcterms:W3CDTF">2026-07-03T16:52:42Z</dcterms:created>
  <dcterms:modified xsi:type="dcterms:W3CDTF">2026-07-03T16:52:42Z</dcterms:modified>
</cp:coreProperties>
</file>