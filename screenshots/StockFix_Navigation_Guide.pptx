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80360"/>
            <a:ext cx="12191695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StockFix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063240"/>
            <a:ext cx="12191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Navigation Guide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37490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screen-by-screen walkthrough of the StockFix inventory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Meridian Group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· ENTRY POINT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Access</a:t>
            </a:r>
            <a:endParaRPr lang="en-US" sz="2600" dirty="0"/>
          </a:p>
        </p:txBody>
      </p:sp>
      <p:pic>
        <p:nvPicPr>
          <p:cNvPr id="5" name="Image 0" descr="/home/runner/workspace/screenshots/stockfix_guide/01_choose_acces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landing screen for StockFix. Every user starts here and picks the role that matches how they'll use the app.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StockFix app URL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"I'm a Rep / Merchandiser" for field task capture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"I'm a Manager" for oversight &amp; reporting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"I'm a Client" for the external client view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REP LOGIN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Name</a:t>
            </a:r>
            <a:endParaRPr lang="en-US" sz="2600" dirty="0"/>
          </a:p>
        </p:txBody>
      </p:sp>
      <p:pic>
        <p:nvPicPr>
          <p:cNvPr id="5" name="Image 0" descr="/home/runner/workspace/screenshots/stockfix_guide/02_select_rep_sto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Reps identify themselves by selecting their name from a dropdown list — no password required for this demo flow.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Choose Access, tap "I'm a Rep / Merchandiser"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"Select Rep" dropdown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 name from the list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taken straight to your Dashboard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· MAIN HUB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StockFix Dashboard</a:t>
            </a:r>
            <a:endParaRPr lang="en-US" sz="2600" dirty="0"/>
          </a:p>
        </p:txBody>
      </p:sp>
      <p:pic>
        <p:nvPicPr>
          <p:cNvPr id="5" name="Image 0" descr="/home/runner/workspace/screenshots/stockfix_guide/03_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hub showing total tasks, pending vs completed counts, P4 sales, and a breakdown of actions by type. Includes quick filters by region, client, and store.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here automatically after login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Quick Filters to narrow by region, client, or store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"Import" to upload a new Excel task list (managers)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"Export" to download current task data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· TASK DETAIL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Feedback</a:t>
            </a:r>
            <a:endParaRPr lang="en-US" sz="2600" dirty="0"/>
          </a:p>
        </p:txBody>
      </p:sp>
      <p:pic>
        <p:nvPicPr>
          <p:cNvPr id="5" name="Image 0" descr="/home/runner/workspace/screenshots/stockfix_guide/04_task_detai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an individual task shows stock metrics (SOH, DC stock, sell-out, WFC) with trend charts, plus an action capture form for the rep to log their findings.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Dashboard or Store view, tap any task card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SOH, DC SOH, Sell Out, and WFC figures and trends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Physical Count and confirm if system stock was adjusted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Reason Code and Action Taken, then add feedback notes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· STORE 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Summary</a:t>
            </a:r>
            <a:endParaRPr lang="en-US" sz="2600" dirty="0"/>
          </a:p>
        </p:txBody>
      </p:sp>
      <p:pic>
        <p:nvPicPr>
          <p:cNvPr id="5" name="Image 0" descr="/home/runner/workspace/screenshots/stockfix_guide/05_store_summa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store-level rollup showing total/pending/done task counts, SOH and sales stats, SKUs out of stock, and a breakdown of actions needed for that store.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 store name/tile from the Dashboard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store-level totals and stock health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"Urgent Only" or "OOS Only" quick filters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into individual tasks from the list below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 · MANAGER TOOLS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Data</a:t>
            </a:r>
            <a:endParaRPr lang="en-US" sz="2600" dirty="0"/>
          </a:p>
        </p:txBody>
      </p:sp>
      <p:pic>
        <p:nvPicPr>
          <p:cNvPr id="5" name="Image 0" descr="/home/runner/workspace/screenshots/stockfix_guide/06_import_dat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bulk-load the day's or week's task list by uploading an Excel or CSV file with the expected column headers.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Dashboard, tap "Import"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spreadsheet file (.xlsx or .csv)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Optionally enable "Full Refresh" to clear old tasks first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column headers match, then upload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· CLIENT ACCESS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Visit Setup</a:t>
            </a:r>
            <a:endParaRPr lang="en-US" sz="2600" dirty="0"/>
          </a:p>
        </p:txBody>
      </p:sp>
      <p:pic>
        <p:nvPicPr>
          <p:cNvPr id="5" name="Image 0" descr="/home/runner/workspace/screenshots/stockfix_guide/07_select_cli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clients select their company and store to start a locked-down visit view scoped to just their own data.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Choose Access, tap "I'm a Client"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company from the Client dropdown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store from the Store dropdown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"Start Visit" to view your store's task data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8 · REP SELF-TRACKING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Task Progress</a:t>
            </a:r>
            <a:endParaRPr lang="en-US" sz="2600" dirty="0"/>
          </a:p>
        </p:txBody>
      </p:sp>
      <p:pic>
        <p:nvPicPr>
          <p:cNvPr id="5" name="Image 0" descr="/home/runner/workspace/screenshots/stockfix_guide/08_rep_progres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Reps can check their own completion stats — priority tasks open vs done, and a searchable list of open/completed tasks.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bottom nav, tap "Overview" then "My Progress"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Priority Open / Done / Rate cards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between "Open" and "Completed" tabs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tasks by name to find a specific one quickly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9 · MANAGER REPORTING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Leaderboard</a:t>
            </a:r>
            <a:endParaRPr lang="en-US" sz="2600" dirty="0"/>
          </a:p>
        </p:txBody>
      </p:sp>
      <p:pic>
        <p:nvPicPr>
          <p:cNvPr id="5" name="Image 0" descr="/home/runner/workspace/screenshots/stockfix_guide/09_admin_leader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performance leaderboard for managers: top regions, top managers, top reps, completion by action type, badges, and streaks — filterable by client and time period.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 as a Manager, then open "Leaderboard"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Client and time period (e.g. Past Week)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Top Reps, Top Managers, and Top Regions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Rep Badges and Top Streaks for recognition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· EXECUTIVE 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Merchandiser Pilot Dashboard</a:t>
            </a:r>
            <a:endParaRPr lang="en-US" sz="2600" dirty="0"/>
          </a:p>
        </p:txBody>
      </p:sp>
      <p:pic>
        <p:nvPicPr>
          <p:cNvPr id="5" name="Image 0" descr="/home/runner/workspace/screenshots/stockfix_guide/10_merchandiser_pilo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658368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280160"/>
            <a:ext cx="6583680" cy="5120640"/>
          </a:xfrm>
          <a:prstGeom prst="rect">
            <a:avLst/>
          </a:prstGeom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3716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branded, dark-themed executive dashboard tracking the Shoprite &amp; Checkers merchandiser pilot: capture rate, coverage, and store performance across 1,023 field reps.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0" y="25146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HERE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0" y="2898648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986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99248" y="2880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the /merchandiser-pilot URL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0" y="3465576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0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99248" y="34472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Line Manager, Region, Store, Banner, Merchandiser, or Week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0" y="4032504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0" y="40325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40142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KPI cards: Active Merchandisers, Tasks Logged, Capture Rate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0" y="4599432"/>
            <a:ext cx="256032" cy="25603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0" y="45994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45811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 to Store Performance for detailed drill-down and CSV export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StockFix App Navigation Guide</dc:title>
  <dc:subject>PptxGenJS Presentation</dc:subject>
  <dc:creator>Meridian Group</dc:creator>
  <cp:lastModifiedBy>Meridian Group</cp:lastModifiedBy>
  <cp:revision>1</cp:revision>
  <dcterms:created xsi:type="dcterms:W3CDTF">2026-07-03T16:37:26Z</dcterms:created>
  <dcterms:modified xsi:type="dcterms:W3CDTF">2026-07-03T16:37:26Z</dcterms:modified>
</cp:coreProperties>
</file>